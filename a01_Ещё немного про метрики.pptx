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3FF4A-D2CF-7E1D-C4E5-4B8967CB1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CDA6AC-7DB2-71FB-D3C0-199FF630C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76832B-4267-097C-1AB4-DA23C1151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E8517D-75D3-04AF-73CD-020C197D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00989-815B-A981-08EC-4068B706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77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2CE47-7404-E14C-706C-1EDA2ED3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65B0FF-ACFB-1BD2-3247-1BBD94831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371277-EA6B-E49A-BE88-932B3096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A793FD-5788-751C-F83E-4FEC5A0F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177C63-2FD2-65A6-E9DD-0D58C874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71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BA84C-F755-772F-E57A-E81A5675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04122B-5663-95F6-7E8E-EB0AF2FB1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2D326C-20B9-3D0D-8A16-DA2863CF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DC1F2C-BF76-0151-B3E6-D7B24CFA7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0834DD-BDBE-975B-ABD5-39D6B89D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42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B5318-E21E-C52A-33B6-DE3F0763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2BB54D-5170-09BE-5166-6E33946F7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3C9CA6-E969-75F2-2B35-613366998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2238EC-2D80-54CF-BDFE-E76F3FEF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0DD5EF-22F5-2171-821C-82493D7E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6F20D1-D61D-911C-CE15-970131B88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61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CAF9C-BD81-7978-D121-E5085C6A6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30DB1D-31DC-E3A1-D37F-CF465E2D4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9B12A2-827B-9307-1A85-A14982344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C56AFFB-D044-55E0-32C8-23C1499C5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C5642F-C2BF-163E-666B-947526E33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707BD4-7F05-3A86-398F-6565FE00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67278E1-7B0F-A859-A561-70E96442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79870EC-B7C2-7F99-E524-691C8F85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055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544EF-9CC3-AA85-1922-1EF76B75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1446F7-7F37-A8B8-988E-D0A195C8E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169DB2-9569-35BE-D467-369A459C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C6BEB8-ADC2-AB30-1604-712C8EE8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10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C22AD0B-411A-E05E-031A-F855E56BE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EC0404-E299-F9E0-84AA-55CC2848C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9BE1B4-21BA-4125-B7DA-7BFE4F98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322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11E60-81B3-0BD8-D4FC-C4D8794B4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2A39FD-A45E-AFB2-483A-1D1975D9E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3D23A3-280E-DB26-DE5E-64A3EEBB8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5D022-0B97-58EB-C6E0-66F88B52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4990A1-AD25-02D4-6368-A2012E04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FF379E-6155-0678-B75C-83F562FC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192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851FA-36CB-F68D-BB9C-0A2E90980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DC8336-23A1-CE26-0115-326EADE3D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696E9E-2DB0-BA78-571A-FBE49A749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DCFC80-E74D-BA82-CBCE-53C77D8E0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F76B72-408B-04F1-E6A4-52331DC8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6FACD7-2C0E-9247-9A31-883B065A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56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4ECA9-B78C-1AB8-F685-4FD59A6B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EB9921-FC47-0E14-F943-DDCAD149B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E43EE-2BE4-C453-AC9C-C1E64BD04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D7B612-F80F-7D61-622A-387132653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F29152-76D8-11C5-9148-DD4FAD51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184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C764E06-F89B-856C-F316-AA8034C23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5501F3-C17E-18F0-9194-E76F4AC24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00C015-16D4-5AA7-8F81-C97D9716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4C60CF-54CA-D672-EC86-372713D51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CDCAF3-BA35-C297-B012-04F0F33D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37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8C293-6C32-915B-83D5-5F3D0C14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E22773-B64A-984D-F74E-9ED1E096A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485642-A4C7-F0C1-E6E5-9F996F400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08E7C-EE4E-40BF-8990-57048BE1813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C8C630-FB3A-A0BA-AE0C-A8D96BA14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E798AC-F997-E46C-2966-65D3CA9C7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A9AA3-3F78-41B8-B5E1-FE68FA7D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80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C828B-3D87-C1D0-D78C-6544CB23D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Ещё немного про метрики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DC8903-DC29-1046-FA37-F6E7E714A1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811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E3126-25ED-7BC2-4B03-D260E9750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задач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1FFDF96-DA1C-88E1-68FC-2C2E77AFD0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06355"/>
              </p:ext>
            </p:extLst>
          </p:nvPr>
        </p:nvGraphicFramePr>
        <p:xfrm>
          <a:off x="838200" y="1825625"/>
          <a:ext cx="1051560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949600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32401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задачи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737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Классификация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Определить класс объекта на основание признаков – значение из дискретного и маленького (маломощного) множества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05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Регрессия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Определить характеристику объекта на основание признаков – значение из непрерывного множества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702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977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944DE-9D4C-73EA-8A0F-9619E76C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(метрики)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DF0E903-1F1F-9B4F-F87D-02D47FE15A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7669868"/>
              </p:ext>
            </p:extLst>
          </p:nvPr>
        </p:nvGraphicFramePr>
        <p:xfrm>
          <a:off x="906264" y="2898050"/>
          <a:ext cx="5189736" cy="1705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912">
                  <a:extLst>
                    <a:ext uri="{9D8B030D-6E8A-4147-A177-3AD203B41FA5}">
                      <a16:colId xmlns:a16="http://schemas.microsoft.com/office/drawing/2014/main" val="1909845011"/>
                    </a:ext>
                  </a:extLst>
                </a:gridCol>
                <a:gridCol w="1729912">
                  <a:extLst>
                    <a:ext uri="{9D8B030D-6E8A-4147-A177-3AD203B41FA5}">
                      <a16:colId xmlns:a16="http://schemas.microsoft.com/office/drawing/2014/main" val="1826933123"/>
                    </a:ext>
                  </a:extLst>
                </a:gridCol>
                <a:gridCol w="1729912">
                  <a:extLst>
                    <a:ext uri="{9D8B030D-6E8A-4147-A177-3AD203B41FA5}">
                      <a16:colId xmlns:a16="http://schemas.microsoft.com/office/drawing/2014/main" val="1823502505"/>
                    </a:ext>
                  </a:extLst>
                </a:gridCol>
              </a:tblGrid>
              <a:tr h="974457"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истинное</a:t>
                      </a:r>
                    </a:p>
                    <a:p>
                      <a:endParaRPr lang="ru-RU" dirty="0"/>
                    </a:p>
                    <a:p>
                      <a:r>
                        <a:rPr lang="ru-RU" dirty="0"/>
                        <a:t>предсказание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39846"/>
                  </a:ext>
                </a:extLst>
              </a:tr>
              <a:tr h="34086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True positive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 positive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40350"/>
                  </a:ext>
                </a:extLst>
              </a:tr>
              <a:tr h="34086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 negative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True negative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02431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8E879B-4544-A203-E788-B6301254193C}"/>
                  </a:ext>
                </a:extLst>
              </p:cNvPr>
              <p:cNvSpPr txBox="1"/>
              <p:nvPr/>
            </p:nvSpPr>
            <p:spPr>
              <a:xfrm>
                <a:off x="6951215" y="2530136"/>
                <a:ext cx="1535837" cy="10771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ru-RU" b="0" dirty="0"/>
              </a:p>
              <a:p>
                <a:endParaRPr lang="en-US" b="0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8E879B-4544-A203-E788-B63012541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215" y="2530136"/>
                <a:ext cx="1535837" cy="10771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8C3355-2233-36BA-045B-F06133846093}"/>
                  </a:ext>
                </a:extLst>
              </p:cNvPr>
              <p:cNvSpPr txBox="1"/>
              <p:nvPr/>
            </p:nvSpPr>
            <p:spPr>
              <a:xfrm>
                <a:off x="7031114" y="3429000"/>
                <a:ext cx="1539268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8C3355-2233-36BA-045B-F06133846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114" y="3429000"/>
                <a:ext cx="1539268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3E817BE-F90B-0B70-47A6-0314D981EC97}"/>
              </a:ext>
            </a:extLst>
          </p:cNvPr>
          <p:cNvSpPr txBox="1"/>
          <p:nvPr/>
        </p:nvSpPr>
        <p:spPr>
          <a:xfrm>
            <a:off x="8487052" y="2422382"/>
            <a:ext cx="3704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Доля верно угаданных «1» из всех попыток назвать что-то «1»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79CF2E-CEFA-E0E3-CDB5-48CA259202A8}"/>
              </a:ext>
            </a:extLst>
          </p:cNvPr>
          <p:cNvSpPr txBox="1"/>
          <p:nvPr/>
        </p:nvSpPr>
        <p:spPr>
          <a:xfrm>
            <a:off x="8487052" y="3367412"/>
            <a:ext cx="3704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Доля верно угаданных «1» из всех существовавших «1»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3EC019-7891-8770-84C3-A15A5764A3B2}"/>
                  </a:ext>
                </a:extLst>
              </p:cNvPr>
              <p:cNvSpPr txBox="1"/>
              <p:nvPr/>
            </p:nvSpPr>
            <p:spPr>
              <a:xfrm>
                <a:off x="7031114" y="4308238"/>
                <a:ext cx="2799869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𝐴𝑐𝑐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3EC019-7891-8770-84C3-A15A5764A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114" y="4308238"/>
                <a:ext cx="2799869" cy="523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F24D82A-3BC0-AB30-DB55-67E152900F4E}"/>
              </a:ext>
            </a:extLst>
          </p:cNvPr>
          <p:cNvSpPr txBox="1"/>
          <p:nvPr/>
        </p:nvSpPr>
        <p:spPr>
          <a:xfrm>
            <a:off x="9830983" y="4369824"/>
            <a:ext cx="370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Доля верно угаданных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A2BA2F-8F8B-9C4F-BE26-C18F2FFD80A2}"/>
                  </a:ext>
                </a:extLst>
              </p:cNvPr>
              <p:cNvSpPr txBox="1"/>
              <p:nvPr/>
            </p:nvSpPr>
            <p:spPr>
              <a:xfrm>
                <a:off x="6844682" y="5187476"/>
                <a:ext cx="3268009" cy="883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𝑃𝑅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A2BA2F-8F8B-9C4F-BE26-C18F2FFD8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682" y="5187476"/>
                <a:ext cx="3268009" cy="8831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17966B8-3B06-48B3-9F9B-1DBE5C5CE3F2}"/>
              </a:ext>
            </a:extLst>
          </p:cNvPr>
          <p:cNvSpPr txBox="1"/>
          <p:nvPr/>
        </p:nvSpPr>
        <p:spPr>
          <a:xfrm>
            <a:off x="9897566" y="5187476"/>
            <a:ext cx="210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Гармоническое среднее</a:t>
            </a:r>
          </a:p>
        </p:txBody>
      </p:sp>
    </p:spTree>
    <p:extLst>
      <p:ext uri="{BB962C8B-B14F-4D97-AF65-F5344CB8AC3E}">
        <p14:creationId xmlns:p14="http://schemas.microsoft.com/office/powerpoint/2010/main" val="1949111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5944CE-6E4D-5BAB-FE50-CF835F74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Регрессия (метрики)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1E6DF0-4D8F-C65F-2A2A-67E00B08DA71}"/>
                  </a:ext>
                </a:extLst>
              </p:cNvPr>
              <p:cNvSpPr txBox="1"/>
              <p:nvPr/>
            </p:nvSpPr>
            <p:spPr>
              <a:xfrm>
                <a:off x="6526435" y="2185337"/>
                <a:ext cx="2969594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𝑝𝑟𝑒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𝑡𝑟𝑢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1E6DF0-4D8F-C65F-2A2A-67E00B08D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435" y="2185337"/>
                <a:ext cx="2969594" cy="7562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F69B29-2938-667E-0449-92FDD1487C38}"/>
                  </a:ext>
                </a:extLst>
              </p:cNvPr>
              <p:cNvSpPr txBox="1"/>
              <p:nvPr/>
            </p:nvSpPr>
            <p:spPr>
              <a:xfrm>
                <a:off x="6526435" y="3000504"/>
                <a:ext cx="2870529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𝑝𝑟𝑒</m:t>
                                      </m:r>
                                      <m:sSub>
                                        <m:sSub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𝑡𝑟𝑢</m:t>
                                      </m:r>
                                      <m:sSub>
                                        <m:sSub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F69B29-2938-667E-0449-92FDD1487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435" y="3000504"/>
                <a:ext cx="2870529" cy="7562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56FCB0-7F74-8206-641E-EE7DC15EFC11}"/>
                  </a:ext>
                </a:extLst>
              </p:cNvPr>
              <p:cNvSpPr txBox="1"/>
              <p:nvPr/>
            </p:nvSpPr>
            <p:spPr>
              <a:xfrm>
                <a:off x="6526435" y="4033158"/>
                <a:ext cx="1610762" cy="309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𝑟𝑀𝑆𝐸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56FCB0-7F74-8206-641E-EE7DC15EF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435" y="4033158"/>
                <a:ext cx="1610762" cy="309637"/>
              </a:xfrm>
              <a:prstGeom prst="rect">
                <a:avLst/>
              </a:prstGeom>
              <a:blipFill>
                <a:blip r:embed="rId4"/>
                <a:stretch>
                  <a:fillRect l="-3409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FEF945-F91C-4788-6661-0BC44DE8EEAE}"/>
                  </a:ext>
                </a:extLst>
              </p:cNvPr>
              <p:cNvSpPr txBox="1"/>
              <p:nvPr/>
            </p:nvSpPr>
            <p:spPr>
              <a:xfrm>
                <a:off x="3710866" y="2965417"/>
                <a:ext cx="1139736" cy="304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𝑡𝑟𝑢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FEF945-F91C-4788-6661-0BC44DE8E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66" y="2965417"/>
                <a:ext cx="1139736" cy="304186"/>
              </a:xfrm>
              <a:prstGeom prst="rect">
                <a:avLst/>
              </a:prstGeom>
              <a:blipFill>
                <a:blip r:embed="rId5"/>
                <a:stretch>
                  <a:fillRect l="-5348" r="-5882" b="-24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71B9A76-F138-227F-D14F-EC81C2B2F90B}"/>
              </a:ext>
            </a:extLst>
          </p:cNvPr>
          <p:cNvSpPr txBox="1"/>
          <p:nvPr/>
        </p:nvSpPr>
        <p:spPr>
          <a:xfrm>
            <a:off x="1450837" y="2919250"/>
            <a:ext cx="1970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Исходные данные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B78719-940B-95C7-CD78-19FF2E0EF95B}"/>
                  </a:ext>
                </a:extLst>
              </p:cNvPr>
              <p:cNvSpPr txBox="1"/>
              <p:nvPr/>
            </p:nvSpPr>
            <p:spPr>
              <a:xfrm>
                <a:off x="3815382" y="3572181"/>
                <a:ext cx="5338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B78719-940B-95C7-CD78-19FF2E0EF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382" y="3572181"/>
                <a:ext cx="533864" cy="276999"/>
              </a:xfrm>
              <a:prstGeom prst="rect">
                <a:avLst/>
              </a:prstGeom>
              <a:blipFill>
                <a:blip r:embed="rId6"/>
                <a:stretch>
                  <a:fillRect l="-5747" t="-2222" r="-16092" b="-3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3D46732-D4E4-B373-7EAA-C8371BA5ABE5}"/>
              </a:ext>
            </a:extLst>
          </p:cNvPr>
          <p:cNvSpPr txBox="1"/>
          <p:nvPr/>
        </p:nvSpPr>
        <p:spPr>
          <a:xfrm>
            <a:off x="132719" y="3526015"/>
            <a:ext cx="3288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Алгоритм машинного обучения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B99228-3D71-FAE1-23BE-C322544148E3}"/>
                  </a:ext>
                </a:extLst>
              </p:cNvPr>
              <p:cNvSpPr txBox="1"/>
              <p:nvPr/>
            </p:nvSpPr>
            <p:spPr>
              <a:xfrm>
                <a:off x="3815382" y="4178946"/>
                <a:ext cx="1548052" cy="304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𝑝𝑟𝑒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 </a:t>
                </a:r>
                <a:endParaRPr lang="ru-RU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B99228-3D71-FAE1-23BE-C3225441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382" y="4178946"/>
                <a:ext cx="1548052" cy="304186"/>
              </a:xfrm>
              <a:prstGeom prst="rect">
                <a:avLst/>
              </a:prstGeom>
              <a:blipFill>
                <a:blip r:embed="rId7"/>
                <a:stretch>
                  <a:fillRect l="-5512" b="-20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C13E479-88B9-EC65-0CEB-11615814E6BC}"/>
              </a:ext>
            </a:extLst>
          </p:cNvPr>
          <p:cNvSpPr txBox="1"/>
          <p:nvPr/>
        </p:nvSpPr>
        <p:spPr>
          <a:xfrm>
            <a:off x="1820263" y="4132780"/>
            <a:ext cx="1573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Предсказание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126A7-835A-9D30-3BB0-037F20D03621}"/>
                  </a:ext>
                </a:extLst>
              </p:cNvPr>
              <p:cNvSpPr txBox="1"/>
              <p:nvPr/>
            </p:nvSpPr>
            <p:spPr>
              <a:xfrm>
                <a:off x="3710866" y="2385509"/>
                <a:ext cx="1899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126A7-835A-9D30-3BB0-037F20D03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66" y="2385509"/>
                <a:ext cx="189924" cy="276999"/>
              </a:xfrm>
              <a:prstGeom prst="rect">
                <a:avLst/>
              </a:prstGeom>
              <a:blipFill>
                <a:blip r:embed="rId8"/>
                <a:stretch>
                  <a:fillRect l="-19355" r="-161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4926EA6-0003-5FBD-A73A-B6DB15A82194}"/>
              </a:ext>
            </a:extLst>
          </p:cNvPr>
          <p:cNvSpPr txBox="1"/>
          <p:nvPr/>
        </p:nvSpPr>
        <p:spPr>
          <a:xfrm>
            <a:off x="1601134" y="2339342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Число примеров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3A754B-9878-D75B-E0E6-A86C75B75DE4}"/>
                  </a:ext>
                </a:extLst>
              </p:cNvPr>
              <p:cNvSpPr txBox="1"/>
              <p:nvPr/>
            </p:nvSpPr>
            <p:spPr>
              <a:xfrm>
                <a:off x="6526435" y="4700463"/>
                <a:ext cx="2808205" cy="726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=1 −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𝑝𝑟𝑒</m:t>
                                        </m:r>
                                        <m:sSub>
                                          <m:sSub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𝑡𝑟𝑢</m:t>
                                        </m:r>
                                        <m:sSub>
                                          <m:sSub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𝑝𝑟𝑒</m:t>
                                        </m:r>
                                        <m:sSub>
                                          <m:sSub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GB" dirty="0"/>
                  <a:t> </a:t>
                </a:r>
                <a:endParaRPr lang="ru-RU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3A754B-9878-D75B-E0E6-A86C75B75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435" y="4700463"/>
                <a:ext cx="2808205" cy="72680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C3BBAA-7144-C811-FC37-008528240188}"/>
                  </a:ext>
                </a:extLst>
              </p:cNvPr>
              <p:cNvSpPr txBox="1"/>
              <p:nvPr/>
            </p:nvSpPr>
            <p:spPr>
              <a:xfrm>
                <a:off x="3815382" y="4785711"/>
                <a:ext cx="1850185" cy="5563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𝑡𝑟𝑢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C3BBAA-7144-C811-FC37-008528240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382" y="4785711"/>
                <a:ext cx="1850185" cy="55630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6FC7C14-2F9A-8683-1EF2-B023436CF072}"/>
              </a:ext>
            </a:extLst>
          </p:cNvPr>
          <p:cNvSpPr txBox="1"/>
          <p:nvPr/>
        </p:nvSpPr>
        <p:spPr>
          <a:xfrm>
            <a:off x="1423137" y="4914133"/>
            <a:ext cx="1997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Среднее значение</a:t>
            </a:r>
          </a:p>
        </p:txBody>
      </p:sp>
    </p:spTree>
    <p:extLst>
      <p:ext uri="{BB962C8B-B14F-4D97-AF65-F5344CB8AC3E}">
        <p14:creationId xmlns:p14="http://schemas.microsoft.com/office/powerpoint/2010/main" val="31701269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149</Words>
  <Application>Microsoft Office PowerPoint</Application>
  <PresentationFormat>Широкоэкранный</PresentationFormat>
  <Paragraphs>43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Тема Office</vt:lpstr>
      <vt:lpstr>Ещё немного про метрики</vt:lpstr>
      <vt:lpstr>Типы задач</vt:lpstr>
      <vt:lpstr>Классификация (метрики)</vt:lpstr>
      <vt:lpstr>Регрессия (метрики)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Егоров</dc:creator>
  <cp:lastModifiedBy>Алексей Егоров</cp:lastModifiedBy>
  <cp:revision>2</cp:revision>
  <dcterms:created xsi:type="dcterms:W3CDTF">2026-10-05T14:40:02Z</dcterms:created>
  <dcterms:modified xsi:type="dcterms:W3CDTF">2026-10-05T14:55:43Z</dcterms:modified>
</cp:coreProperties>
</file>